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Framework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Myself as a Change Leader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Transformation &amp; Organizational Change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Perspective on Change Management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from traditional business analytics to artificial intelligence leadership requires a fundamental shift in how we approach organizational change and human collaboration.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AI into enterprise workflows is an ongoing process of adaptation and continuous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disruption provokes both excitement and operational friction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focuses on empathy, strategic clarity, and human-AI collaboration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Statement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Purpose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7680960" cy="2286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2E8B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lead ethical, data-driven AI transformations that empower cross-functional teams, foster continuous learning, and build sustainable, high-quality business solutions."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Leadership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41148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8B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&amp; Resilience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 to navigate setbacks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645920"/>
            <a:ext cx="41148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8B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Craftsmanship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21488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Meticulous attention to detail in 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41148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8B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Integrity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with strong governance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246120"/>
            <a:ext cx="41148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8B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Empowerment through Collaboration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37490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at center of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2E8B9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90195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predictive analytics into business operations for efficiency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2E8B9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Entrepreneurial Application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907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ML for market analysis and product development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20040" cy="320040"/>
          </a:xfrm>
          <a:prstGeom prst="ellipse">
            <a:avLst/>
          </a:prstGeom>
          <a:solidFill>
            <a:srgbClr val="2E8B9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657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Transformation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91363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AI literacy and promote safe experimentation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Plans: Short-Term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0-6 Months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 fundamentals to enterprise datasets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small-scale, cross-functional pilot projects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lessons learned and best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Plans: Long-Term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Months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AI pilots into enterprise-wide deployments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AI-driven blueprint for new product launches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mentorship loop with AI executives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Adaptation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182880" cy="32004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Tracking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019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rates, workflow velocity, operational impact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82880" cy="32004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14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7706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reviews and pulse checks with stakeholders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82880" cy="32004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6393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Bi-annual framework updates for regulatory changes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7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AI Transformation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Empathy, Strategy, and Human-Centered Innovation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2026-08-17T03:21:31Z</dcterms:created>
  <dcterms:modified xsi:type="dcterms:W3CDTF">2026-08-17T03:21:31Z</dcterms:modified>
</cp:coreProperties>
</file>