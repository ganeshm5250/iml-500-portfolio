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Machine Learning vs. Deep Learning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Strategic Methodology Evaluation &amp; Enterprise Suitability</a:t>
            </a:r>
          </a:p>
          <a:p>
            <a:pPr>
              <a:defRPr sz="1800">
                <a:solidFill>
                  <a:srgbClr val="F5F5F5"/>
                </a:solidFill>
              </a:defRPr>
            </a:pP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Ganesh Maddamsetti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Core Concept: Algorithmic complexity must align with data structure and resource constraints.</a:t>
            </a:r>
          </a:p>
          <a:p>
            <a:pPr>
              <a:defRPr sz="1800">
                <a:solidFill>
                  <a:srgbClr val="F5F5F5"/>
                </a:solidFill>
              </a:defRPr>
            </a:pP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Machine Learning (Simple ML): Best for structured, tabular data with human-engineered features and high explainability.</a:t>
            </a:r>
          </a:p>
          <a:p>
            <a:pPr>
              <a:defRPr sz="1800">
                <a:solidFill>
                  <a:srgbClr val="F5F5F5"/>
                </a:solidFill>
              </a:defRPr>
            </a:pP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Deep Learning (DL): Built for raw, unstructured, high-dimensional data using multi-layer neural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Case Study 1 – Traditional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Application: Automated Real Estate Valuation (Zillow Zestimate)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Algorithms: Multiple Linear Regression / Gradient Boosted Decision Trees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Core Mechanics: Computes feature weights across structured attributes such as square footage, bedrooms, year built, and ZIP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Strategic Justification – Case Study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Why ML Fits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Computationally efficient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Highly explainable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Ideal for auditors and clients</a:t>
            </a:r>
          </a:p>
          <a:p>
            <a:pPr>
              <a:defRPr sz="1800">
                <a:solidFill>
                  <a:srgbClr val="F5F5F5"/>
                </a:solidFill>
              </a:defRPr>
            </a:pP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Why DL Fails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Overfitting risk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Black-box behavior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Unnecessary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Case Study 2 –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Application: Autonomous Vehicle Perception (Tesla / Waymo)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Algorithm: Deep Convolutional Neural Networks (CNNs)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Core Mechanics: Hidden layers learn edges, shapes, and complex objects directly from image streams.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00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Strategic Justification – Case Study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Why DL Fits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Automatic feature extraction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Handles high-dimensional streaming data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Real-time perception</a:t>
            </a:r>
          </a:p>
          <a:p>
            <a:pPr>
              <a:defRPr sz="1800">
                <a:solidFill>
                  <a:srgbClr val="F5F5F5"/>
                </a:solidFill>
              </a:defRPr>
            </a:pP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Why ML Fails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Manual feature engineering impossible</a:t>
            </a:r>
          </a:p>
          <a:p>
            <a:pPr>
              <a:defRPr sz="1800">
                <a:solidFill>
                  <a:srgbClr val="F5F5F5"/>
                </a:solidFill>
              </a:defRPr>
            </a:pPr>
            <a:r>
              <a:t>• Cannot safely interpret real-time pixel arrays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