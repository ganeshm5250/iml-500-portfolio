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64BA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0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a Competitive Advantage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 Assignment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Challenge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3657600"/>
            <a:ext cx="2743200" cy="914400"/>
          </a:xfrm>
          <a:prstGeom prst="rect">
            <a:avLst/>
          </a:prstGeom>
          <a:solidFill>
            <a:srgbClr val="00D084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Fundamentals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5-Slide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Critical Data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2926080"/>
          </a:xfrm>
          <a:prstGeom prst="roundRect">
            <a:avLst/>
          </a:prstGeom>
          <a:solidFill>
            <a:srgbClr val="FF6B6B">
              <a:alpha val="85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188720"/>
            <a:ext cx="731520" cy="7315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from sensor failures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743200" cy="2926080"/>
          </a:xfrm>
          <a:prstGeom prst="roundRect">
            <a:avLst/>
          </a:prstGeom>
          <a:solidFill>
            <a:srgbClr val="764BA2">
              <a:alpha val="85000"/>
            </a:srgbClr>
          </a:solidFill>
          <a:ln w="25400">
            <a:solidFill>
              <a:srgbClr val="764B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188720"/>
            <a:ext cx="731520" cy="73152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Imbalance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 normal vs 5% failure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743200" cy="2926080"/>
          </a:xfrm>
          <a:prstGeom prst="roundRect">
            <a:avLst/>
          </a:prstGeom>
          <a:solidFill>
            <a:srgbClr val="4ECDC4">
              <a:alpha val="8500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188720"/>
            <a:ext cx="731520" cy="73152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Measurement errors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4114800"/>
            <a:ext cx="2743200" cy="868680"/>
          </a:xfrm>
          <a:prstGeom prst="roundRect">
            <a:avLst/>
          </a:prstGeom>
          <a:solidFill>
            <a:srgbClr val="00D084">
              <a:alpha val="80000"/>
            </a:srgbClr>
          </a:solidFill>
          <a:ln w="25400">
            <a:solidFill>
              <a:srgbClr val="00D0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22452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Data Drift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422452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shifts invalidate models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4114800"/>
            <a:ext cx="2743200" cy="868680"/>
          </a:xfrm>
          <a:prstGeom prst="round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22452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Privacy Issues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422452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GDPR/CCPA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Clean Data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25880" y="1645920"/>
            <a:ext cx="457200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missing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71800" y="1645920"/>
            <a:ext cx="457200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8600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617720" y="1645920"/>
            <a:ext cx="457200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93192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263640" y="1645920"/>
            <a:ext cx="457200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57784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SMOTE classes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2376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for bias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931920" cy="1280160"/>
          </a:xfrm>
          <a:prstGeom prst="roundRect">
            <a:avLst/>
          </a:prstGeom>
          <a:solidFill>
            <a:srgbClr val="00D084">
              <a:alpha val="80000"/>
            </a:srgbClr>
          </a:solidFill>
          <a:ln w="25400">
            <a:solidFill>
              <a:srgbClr val="00D0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0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Reduces manual triage from days → minutes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Maximizes data retention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Prevents false alarms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3931920" cy="1280160"/>
          </a:xfrm>
          <a:prstGeom prst="roundRect">
            <a:avLst/>
          </a:prstGeom>
          <a:solidFill>
            <a:srgbClr val="4ECDC4">
              <a:alpha val="8000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Reliability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Consistent preprocessing ensures reproducibility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Stakeholder confidence in predictions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Production-grade quality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SMOTE: Balancing the Scales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097280"/>
          </a:xfrm>
          <a:prstGeom prst="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Before: Imbalanced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508760"/>
            <a:ext cx="731520" cy="731520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1097280"/>
          </a:xfrm>
          <a:prstGeom prst="rect">
            <a:avLst/>
          </a:prstGeom>
          <a:solidFill>
            <a:srgbClr val="00D084">
              <a:alpha val="80000"/>
            </a:srgbClr>
          </a:solidFill>
          <a:ln w="25400">
            <a:solidFill>
              <a:srgbClr val="00D0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After: SMOTE Applied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508760"/>
            <a:ext cx="640080" cy="640080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50876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Auditing &amp; Fairness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5603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prediction rates across groups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38328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251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positive rate consistency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5603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179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251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hidden bias variables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Clean Data to ROI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32004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0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Maintenance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2560320" cy="3200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GDPR/CCPA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Advantages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Revenue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Competitive 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Risk Mitigation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Stakeholder Trust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Scalability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Data = Better Decisions = Competitive Advantage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2026-08-03T02:41:26Z</dcterms:created>
  <dcterms:modified xsi:type="dcterms:W3CDTF">2026-08-03T02:41:26Z</dcterms:modified>
</cp:coreProperties>
</file>